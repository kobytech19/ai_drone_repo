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Drone Person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Slow search, manual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Drone + real-time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Enrollment-&gt;Detection-&gt;Match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Impact: Faster rescue, safer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Demo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